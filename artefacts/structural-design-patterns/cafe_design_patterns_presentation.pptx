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0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445"/>
            <a:ext cx="8229600" cy="1524000"/>
          </a:xfrm>
        </p:spPr>
        <p:txBody>
          <a:bodyPr>
            <a:normAutofit fontScale="90000"/>
          </a:bodyPr>
          <a:lstStyle/>
          <a:p>
            <a:b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Café Ordering System Using Design Patterns in Python</a:t>
            </a:r>
            <a:b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28568"/>
            <a:ext cx="8229600" cy="3697595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Decorator Pattern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Composite Pattern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pytest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simulates a café ordering system using object-oriented programming and design patterns.</a:t>
            </a:r>
          </a:p>
          <a:p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Base coffee orders</a:t>
            </a:r>
          </a:p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Milk and sugar decorators</a:t>
            </a:r>
          </a:p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Menu structure</a:t>
            </a:r>
          </a:p>
          <a:p>
            <a:pPr marL="0" indent="0">
              <a:buNone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Automated testing with 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 Decorator Pattern allows behaviour to be added dynamically without modifying existing classes.</a:t>
            </a:r>
          </a:p>
          <a:p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7F0502-4D24-0484-E528-052102B2C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34965"/>
            <a:ext cx="4042832" cy="6528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3D779-4D44-0B0F-1C59-71DE5B9D7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58" y="3313472"/>
            <a:ext cx="5985012" cy="8470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Composite Pattern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The café menu uses a tree-like structure.</a:t>
            </a: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MenuCategory</a:t>
            </a:r>
          </a:p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	├── House Coffee</a:t>
            </a:r>
          </a:p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	├── Latte</a:t>
            </a:r>
          </a:p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	└── Cappuccino</a:t>
            </a: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This allows individual items and grouped menus to be treated uniformly.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Encapsulation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Polymorphism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Composition over inheritance</a:t>
            </a:r>
          </a:p>
          <a:p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Decorators wrap coffee objects to extend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Automated Testing with pytest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Tests verify: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• Coffee descriptions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• Decorator functionality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• Pricing calculations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Example assertion:</a:t>
            </a:r>
          </a:p>
          <a:p>
            <a:pPr marL="0" indent="0"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pytest output: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B73DC-21F6-EF4D-70E0-9C19C5DDB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22" y="3607889"/>
            <a:ext cx="4206605" cy="510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67AC55-F08F-26C4-38A9-A2098D9B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22" y="4717452"/>
            <a:ext cx="4465707" cy="1408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What I learned: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• Design patterns improve flexibility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• Composition reduces tight coupling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• Automated testing improves reliability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• Object-oriented design improves maintainability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Café Ordering System Using Design Patterns in Python </vt:lpstr>
      <vt:lpstr>Project Overview</vt:lpstr>
      <vt:lpstr>Decorator Pattern</vt:lpstr>
      <vt:lpstr>Composite Pattern</vt:lpstr>
      <vt:lpstr>OOP Concepts Used</vt:lpstr>
      <vt:lpstr>Automated Testing with pytest</vt:lpstr>
      <vt:lpstr>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Reena Chaudry</dc:creator>
  <cp:keywords/>
  <dc:description>generated using python-pptx</dc:description>
  <cp:lastModifiedBy>Chaudhry, Reena</cp:lastModifiedBy>
  <cp:revision>25</cp:revision>
  <dcterms:created xsi:type="dcterms:W3CDTF">2013-01-27T09:14:16Z</dcterms:created>
  <dcterms:modified xsi:type="dcterms:W3CDTF">2026-05-23T12:58:52Z</dcterms:modified>
  <cp:category/>
</cp:coreProperties>
</file>